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Audit &amp; Growth Strategy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livingparkcityutah.com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Tisha Digman &amp; Cam Schiedel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Summit Sotheby's International Realty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1,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32004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GRADE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site is not broken, but it 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essentially invisible to search engines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25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ranking in Google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pages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competitors' 200-400+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blog posts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2788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generic, last updated Jul 2024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 words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community page (competitors: 3,500+)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schema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 on any page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4800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market reports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4846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#1 content type for real estate SEO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Critical Issues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organic search visibility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found for ANY of 25 Park City real estate keywords — potential clients are not finding this site through Google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Critically thin content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62 pages (competitors have 200-400+); dead blog with 5 generic posts, nothing since July 2024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market reports or local content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highest-impact content type for real estate SEO is completely absent from the site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SEO errors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 error page in sitemap, corrupted meta tags, multiple H1 tags, no schema markup, 60-70% images missing alt 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486400"/>
            <a:ext cx="457200" cy="457200"/>
          </a:xfrm>
          <a:prstGeom prst="rect">
            <a:avLst>
              <a:gd name="adj" fmla="val 10000"/>
            </a:avLst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lead capture on highest-value pages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pages and blog posts (most likely to attract organic traffic) have no forms, CTAs, or lead magnets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Visibility: 0 of 25 Keywords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tested 25 keywords covering brand, property type, area, buyer intent, and long-tail terms.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livingparkcityutah.com was NOT found in organic results for any of them.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Site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Laura Willis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 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homes for sale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zillow.com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real estate 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insideparkcityrealestate.com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condos for sale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zillow.com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deer valley homes for sale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steinsrealty.com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real estate market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liveeatplayparkcity.com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utah realtor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~#6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zillow.com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luxury ski homes park 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#3, #5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abodeparkcity.com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utah homes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~#5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zillow.com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Laura Willis (same platform, same brokerage) ranks for 5 of 25 keywords. The top local competitor ranks for 12.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site has the same platform (Sierra Interactive) as 3 of 4 top competitors.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content investment, not technology.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Site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Laura Willis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Fisher Group (#1)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6x behind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Blog Posts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19x behind Willis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Depth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~200 words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500-2,000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3,500-4,500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20x behind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Markup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(all pages)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Keywords Ranking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/ 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/ 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visibility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Reports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Opportunity!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FAQ Sections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news: No competitor has market reports. First mover advantage here.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Top Competitors Are Doing Right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Depth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2801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parkcityluxuryrealestate.com has 300+ community pages at 3,500-4,500 words each. They have individual pages for every condo building and subdivision.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Reports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21488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realestateinparkcity.com publishes monthly market reports with median prices, inventory, DOM, and year-over-year data. This one page is worth more SEO value than our entire blog.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Volume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301752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parkcityrealestate.com has 207 blog posts. laurawillisrealestate.com has 96 blog posts. We have 5.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Sections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8862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 Group has FAQ schema on community pages targeting "People Also Ask" boxes and AI Overview citations in Google.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"Best of" Content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475488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parkcityrealestate.com has 14 local resource pages (best restaurants, spas, hotels) that build topical authority and attract non-real-estate traffic.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5623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Markup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56235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 Group and Magnotta team have structured data on every page, enabling rich search results with business info and star ratings.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Growth Strategy: 4 Pillars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4389120"/>
          </a:xfrm>
          <a:prstGeom prst="rect">
            <a:avLst>
              <a:gd name="adj" fmla="val 3448"/>
            </a:avLst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1031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H1 tags, meta descriptions,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markup, 403 errors,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corrupted blog post, OG tags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265176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51760" cy="4389120"/>
          </a:xfrm>
          <a:prstGeom prst="rect">
            <a:avLst>
              <a:gd name="adj" fmla="val 3448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5544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11880" y="2743200"/>
            <a:ext cx="21031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community pages,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market reports,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revive the blog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5029200"/>
            <a:ext cx="265176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51760" cy="4389120"/>
          </a:xfrm>
          <a:prstGeom prst="rect">
            <a:avLst>
              <a:gd name="adj" fmla="val 3448"/>
            </a:avLst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5544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743200"/>
            <a:ext cx="21031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ski/golf sections,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 building pages,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 guides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5029200"/>
            <a:ext cx="265176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2-4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98280" y="1371600"/>
            <a:ext cx="2651760" cy="4389120"/>
          </a:xfrm>
          <a:prstGeom prst="rect">
            <a:avLst>
              <a:gd name="adj" fmla="val 3448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15544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LEADS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372600" y="2743200"/>
            <a:ext cx="210312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content, press mentions,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newsletter, local citations,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optimization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98280" y="5029200"/>
            <a:ext cx="265176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4+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Wins: Week 1-2 (Low Effort, High Impact)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7724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403 error page — remove from sitemap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corrupted meta tags on blog post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homepage to single H1 tag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H1 tags to ski-in/ski-out and search pages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Rewrite all buyer/seller meta descriptions with "Park City"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Open Graph tags to homepage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keyword stuffing from About page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canonical tags to search pages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 Gmail to branded email address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RealEstateAgent + LocalBusiness schema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items are low effort and can be completed by a developer in 1-2 business days.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Strategy: Month 1-2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Content Actions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 Park City Market Report with current pricing data, inventory, and trends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13432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6771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top 10 community pages from ~200 to 1,000-1,500 words each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43784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9806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4-6 new locally-focused blog posts targeting high-value keywords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74136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2841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editorial content to ski-in/ski-out page (140 listings, 0 words)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04488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587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contact forms and CTAs to every community page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891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CTAs and email signup to all blog posts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965192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9194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testimonials/success stories page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495544"/>
            <a:ext cx="228600" cy="228600"/>
          </a:xfrm>
          <a:prstGeom prst="rect">
            <a:avLst>
              <a:gd name="adj" fmla="val 8000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449824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About page with credentials, awards, video intro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760720"/>
            <a:ext cx="10972800" cy="731520"/>
          </a:xfrm>
          <a:prstGeom prst="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852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Go from 62 pages to 100+ pages in 2 months. Begin closing the 6x gap with competitors.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Content Calendar: Next 3 Months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6128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320040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 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RE Market Report: Spring 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real estate market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Report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Neighborhoods in Park City (2026)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neighborhoods park 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Park City RE a Good Investment?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real estate investment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Deer Valley Expansion: East Village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deer valley real estate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Moving to Park City: Relocation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moving to park city utah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Ski-in/Ski-out Homes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ski homes for sale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vs. Aspen Comparison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vs aspen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 Taxes, HOAs &amp; Cost of Living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cost of living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FAQ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2026 Market Report Update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real estate market 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Report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Heber City &amp; Midway: Best-Kept Secret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heber city utah real estate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 Guide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Short-Term Rental Rules for Investors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vacation rental rules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Buying Luxury in Park City ($5M+)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 city luxury real estate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Luxury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Ready-to-Deploy: What We've Already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deliverables were created as part of this audit and are ready for implementation today.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18288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Pages/Items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Titles &amp; Descriptions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 pages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8.75 / 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(verify claims)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Markup (JSON-LD)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schema blocks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 / 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(verify URLs)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Pages (expanded)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pages, 1,000+ words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8.75 / 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to paste into CMS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Blog Posts (SEO-optimized)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posts, 900-1,200 words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 / 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to paste into CMS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Pages Created: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Deer Valley  |  Old Town  |  Park Meadows  |  Promontory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Posts Created: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2026 Market Report  |  Best Neighborhoods Guide  |  Is Park City RE a Good Investment?  |  Ski-in/Ski-out Homes Guide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deliverable includes FAQ sections optimized for AI Overview citations (Google SGE).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 Roadmap: Month 2-4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Deer Valley Hub Page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234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guide combining Lower + Upper DV with East Village expansion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 Section (/ski/)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pages for each ski community (Deer Valley, Empire Pass, Canyons)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 Section (/golf/)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423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for Promontory, Glenwild, Red Ledges, Tuhaye, Victory Ranch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Relocation Guide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"Moving to Park City" — 2,000+ words on schools, taxes, lifestyle, climate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Guide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 regulations, ROI analysis, rental rates, property management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Development Pages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Village, Velvaere, Sommet Blanc, St. Regis Snow Park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 Building Pages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4800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 buildings: Montage, St. Regis, Stein Eriksen, Colony, Goldener Hirsch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44068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94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Schema on All Community Pages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5394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snippets + AI Overview citation opportunities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03504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989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Cross-Linking Strategy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5989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&gt; community &gt; buyer/seller &gt; contact across all content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150+ pages by month 4. Add 50+ community sub-pages following Fisher Group's 3-tier model.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Strategy: Month 4+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493776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Authority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19456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Monthly market reports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Build to 200+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Lifestyle guides ("Things to Do")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Comparison content (PC vs Aspen)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"Best of Park City" resource pages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743200" cy="493776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&amp; Media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20440" y="1920240"/>
            <a:ext cx="219456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Monthly video market updates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Neighborhood tour videos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Agent introduction video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Pursue press/media coverage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"As Featured In" section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280160"/>
            <a:ext cx="2743200" cy="493776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Generation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1920240"/>
            <a:ext cx="219456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Blog email newsletter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Gated quarterly market PDFs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Chat widget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Community-specific email signups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"Just Listed/Just Sold" alerts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06840" y="1280160"/>
            <a:ext cx="2743200" cy="493776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900684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281160" y="1920240"/>
            <a:ext cx="2194560" cy="182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Google Business Profile optimization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0" y="2697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Zillow/Yelp/FastExpert profiles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Local citation consistency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Hreflang tags for intl buyers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Homepage performance audit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Competitive Advantages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Summit Sotheby's Brand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920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luxury cachet than Keller Williams or Christie's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Platform as Competitors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2697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Interactive — everything they do, you can do too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Has Market Reports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mover advantage on the #1 content type for RE SEO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Foundation Already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4251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design, 28 community pages, IDX, lifestyle filters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274320" cy="274320"/>
          </a:xfrm>
          <a:prstGeom prst="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Social Proof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5029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$70M sold, 300+ homes, 97% of asking price — just needs visibility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852160"/>
            <a:ext cx="10972800" cy="731520"/>
          </a:xfrm>
          <a:prstGeom prst="rect">
            <a:avLst>
              <a:gd name="adj" fmla="val 6250"/>
            </a:avLst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site is not broken — it just needs content. With consistent investment, we can close the gap with competitors in 3-6 months.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12192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ready-to-use deliverables (meta tags, schema, 4 community pages, 4 blog posts)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done this week — just copy-paste into Sierra Interactive CMS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Week 1-2 quick wins (10 technical fixes)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337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can complete in 1-2 business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862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8404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Month 1 content calendar (4 blog posts + community page expansion)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251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blog post per week targeting high-value keywords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8006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4754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monthly market report (first mover advantage)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5166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currently publishes regular market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7150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715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56692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progress at 30-day mark and adjust strategy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6080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keyword improvements, traffic changes, lead capture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SEO Audit: livingparkcityutah.com</dc:subject>
  <dc:creator>SEO Audit Team</dc:creator>
  <cp:lastModifiedBy>SEO Audit Team</cp:lastModifiedBy>
  <cp:revision>1</cp:revision>
  <dcterms:created xsi:type="dcterms:W3CDTF">2026-03-02T03:18:02Z</dcterms:created>
  <dcterms:modified xsi:type="dcterms:W3CDTF">2026-03-02T03:18:02Z</dcterms:modified>
</cp:coreProperties>
</file>