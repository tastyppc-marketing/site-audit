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92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Audit &amp; Growth Strategy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example.com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for: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Name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Brokerage / Company Name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1,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32004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GRADE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site is not broken, but it is essentially invisible to search engines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25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ranking in Google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pages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2103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competitors' 200-400+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blog posts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83680" y="2788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generic, last updated months ago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342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 words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83680" y="3474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key page (competitors: 3,500+)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schema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83680" y="4160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markup on any page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4800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market reports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83680" y="4846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#1 content type for this industry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Critical Issues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" cy="457200"/>
          </a:xfrm>
          <a:prstGeom prst="rect">
            <a:avLst>
              <a:gd name="adj" fmla="val 10000"/>
            </a:avLst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organic search visibility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found for any of 25 target keywords — potential clients cannot find this site through Google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457200" cy="457200"/>
          </a:xfrm>
          <a:prstGeom prst="rect">
            <a:avLst>
              <a:gd name="adj" fmla="val 10000"/>
            </a:avLst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331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Critically thin content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697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 fewer pages than competitors; dead or nonexistent blog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457200" cy="457200"/>
          </a:xfrm>
          <a:prstGeom prst="rect">
            <a:avLst>
              <a:gd name="adj" fmla="val 10000"/>
            </a:avLst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383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locally-focused content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the #1 content type for local SEO in this industry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457200" cy="457200"/>
          </a:xfrm>
          <a:prstGeom prst="rect">
            <a:avLst>
              <a:gd name="adj" fmla="val 10000"/>
            </a:avLst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434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SEO errors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pages, corrupted meta tags, missing schema markup, images without alt text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486400"/>
            <a:ext cx="457200" cy="457200"/>
          </a:xfrm>
          <a:prstGeom prst="rect">
            <a:avLst>
              <a:gd name="adj" fmla="val 10000"/>
            </a:avLst>
          </a:prstGeom>
          <a:solidFill>
            <a:srgbClr val="E9456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5486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lead capture on key pages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Highest-traffic pages have no forms, CTAs, or lead magnets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Visibility: 0 of 5 Keywords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tested 5 keywords covering brand, type, area, intent, and long-tail terms.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example.com was NOT found in organic results for any of them.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0972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1828800"/>
                <a:gridCol w="18288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Keyword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Site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Competitor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#1 Result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keyword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zillow.com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keyword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example.com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keyword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example.com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keyword 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example.com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keyword 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example.com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Gap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28600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Site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Competitor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Competitor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Pages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6x behind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Blog Posts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19x behind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Page Depth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~200 words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500-2,000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3,500-4,500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20x behind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Schema Markup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Keywords Ranking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/ 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/ 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visibility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Top Competitors Are Doing Right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Depth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26080" y="128016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competitor has 300+ pages at 3,500-4,500 words each with dedicated sub-pages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Reports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214884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publishes monthly reports with pricing data, inventory, and year-over-year trends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Volume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301752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 have 33-207 blog posts vs. client's 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Sections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388620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uses FAQ schema targeting 'People Also Ask' and AI Overview citations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Resources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475488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has 14+ local resource pages building topical authority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5623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Markup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562356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competitors have structured data on every page enabling rich search results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Growth Strategy: 4 Pillars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4389120"/>
          </a:xfrm>
          <a:prstGeom prst="rect">
            <a:avLst>
              <a:gd name="adj" fmla="val 3448"/>
            </a:avLst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210312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9260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H1 tags, meta descriptions,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markup, errors,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 tags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2651760" cy="54864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51760" cy="4389120"/>
          </a:xfrm>
          <a:prstGeom prst="rect">
            <a:avLst>
              <a:gd name="adj" fmla="val 3448"/>
            </a:avLst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5544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11880" y="2743200"/>
            <a:ext cx="210312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9260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key pages,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reports,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revive the blog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5029200"/>
            <a:ext cx="2651760" cy="54864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1-2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651760" cy="4389120"/>
          </a:xfrm>
          <a:prstGeom prst="rect">
            <a:avLst>
              <a:gd name="adj" fmla="val 3448"/>
            </a:avLst>
          </a:prstGeom>
          <a:solidFill>
            <a:srgbClr val="1A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5544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2743200"/>
            <a:ext cx="210312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9260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topic sections,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sub-pages,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 guides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5029200"/>
            <a:ext cx="2651760" cy="54864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2-4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98280" y="1371600"/>
            <a:ext cx="2651760" cy="4389120"/>
          </a:xfrm>
          <a:prstGeom prst="rect">
            <a:avLst>
              <a:gd name="adj" fmla="val 3448"/>
            </a:avLst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9098280" y="15544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LEADS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372600" y="2743200"/>
            <a:ext cx="210312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281160" y="29260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content, press mentions,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newsletter, local citations,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optimization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98280" y="5029200"/>
            <a:ext cx="2651760" cy="54864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4+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Wins: Week 1-2 (Low Effort, High Impact)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7724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 broken/error pages — remove from sitemap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 corrupted or duplicate meta tags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Consolidate to single H1 per page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H1 tags to pages missing them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Rewrite meta descriptions with location keywords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Open Graph tags to homepage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keyword stuffing from any pages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canonical tags to dynamic/search pages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 any unprofessional contact info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LocalBusiness + industry schema markup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10 items are low effort and can be completed by a developer in 1-2 business days.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Strategy: Month 1-2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Content Actions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28600" cy="228600"/>
          </a:xfrm>
          <a:prstGeom prst="rect">
            <a:avLst>
              <a:gd name="adj" fmla="val 8000"/>
            </a:avLst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and publish market/industry report with current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13432"/>
            <a:ext cx="228600" cy="228600"/>
          </a:xfrm>
          <a:prstGeom prst="rect">
            <a:avLst>
              <a:gd name="adj" fmla="val 8000"/>
            </a:avLst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6771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top 10 key pages from thin to 1,000-1,500 words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43784"/>
            <a:ext cx="228600" cy="228600"/>
          </a:xfrm>
          <a:prstGeom prst="rect">
            <a:avLst>
              <a:gd name="adj" fmla="val 8000"/>
            </a:avLst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9806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4-6 new locally-focused blog posts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74136"/>
            <a:ext cx="228600" cy="228600"/>
          </a:xfrm>
          <a:prstGeom prst="rect">
            <a:avLst>
              <a:gd name="adj" fmla="val 8000"/>
            </a:avLst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28416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contact forms + CTAs to every key page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04488"/>
            <a:ext cx="228600" cy="228600"/>
          </a:xfrm>
          <a:prstGeom prst="rect">
            <a:avLst>
              <a:gd name="adj" fmla="val 8000"/>
            </a:avLst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85876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testimonials/reviews page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434840"/>
            <a:ext cx="228600" cy="228600"/>
          </a:xfrm>
          <a:prstGeom prst="rect">
            <a:avLst>
              <a:gd name="adj" fmla="val 8000"/>
            </a:avLst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891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 About page with credentials and video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Content Calendar: Next 3 Months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116128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572000"/>
                <a:gridCol w="320040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Keyword Target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1: Establish Credibility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Industry/Market Report: Current 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market keyword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Report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[Locations/Options] Guide (Current Year)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locations keyword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[Industry] a Good Investment?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investment keyword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Informational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 Development/Trend: What Buyers Need to Know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trend keyword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News/Analysis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2: Build Depth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Relocation/Getting Started Guide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relocation keyword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Premium/Specialty Offering Guide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specialty keyword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Property Guide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Comparison: Your Market vs. Alternative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comparison keyword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Comparison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Costs, Fees, and Practical FAQ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practical keyword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FAQ/Guide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3: Expand Reach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Quarterly Market Update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update keyword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Report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Adjacent Area/Hidden Gem Guide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adjacent area keyword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 Guide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Regulations/Rules Investors Need to Know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regulations keyword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Investment Guide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Luxury/Premium Segment Deep Dive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luxury keyword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Luxury Guide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Ready-to-Deploy: What We've Already Built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deliverables were created as part of this audit and are ready for implementation today.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0972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18288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Deliverable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Titles &amp; Descriptions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pages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8.75/10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 — verify claims with client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Schema Markup (JSON-LD)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schema blocks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9.00/10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 — verify URLs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Pages (expanded content)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pages, 1,000+ words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8.75/10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 — paste into CMS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Blog Posts (SEO-optimized)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posts, 900-1,200 words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9.00/10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 — paste into CMS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Pages Created: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  |  Page 2  |  Page 3  |  Page 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5029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Posts Created: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5394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Post 1  |  Blog Post 2  |  Blog Post 3  |  Blog Post 4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Medium-Term Roadmap: Month 2-4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Page for Top Topic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234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guide for highest-value keyword cluster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Section Pages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1828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pages for each sub-topic within main clusters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23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Relocation Guide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2423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2,000+ words on local info, costs, lifestyle, climate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Guide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Regulations, ROI analysis, rates, management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611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Development/Product Pages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3611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pages for newest offerings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Listing/Location Pages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4206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20 individual sub-pages following competitor model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84632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800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Schema on All Key Pages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4800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snippets + AI Overview citation opportunities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44068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394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Cross-Linking Strategy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31920" y="5394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&gt; key pages &gt; conversion pages across all content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Strategy: Month 4+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743200" cy="493776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Authority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194560" cy="1828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Monthly reports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Build to 200+ pages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Lifestyle/resource guides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Comparison content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"Best of" resource pages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280160"/>
            <a:ext cx="2743200" cy="493776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&amp; Media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520440" y="1920240"/>
            <a:ext cx="2194560" cy="1828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Monthly video updates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Tour/showcase videos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Team introduction video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Press/media coverage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"As Featured In" section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280160"/>
            <a:ext cx="2743200" cy="493776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Generation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0" y="1920240"/>
            <a:ext cx="2194560" cy="1828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Email newsletter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Gated PDFs/downloads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Chat widget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Page-specific email signups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Alert notifications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06840" y="1280160"/>
            <a:ext cx="2743200" cy="493776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900684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SEO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281160" y="1920240"/>
            <a:ext cx="2194560" cy="1828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Google Business Profile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0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Directory profiles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Citation consistency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0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International tags if needed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Performance audit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Competitive Advantages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74320" cy="274320"/>
          </a:xfrm>
          <a:prstGeom prst="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Brand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0" y="19202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Recognized brand name provides luxury/authority cachet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274320" cy="274320"/>
          </a:xfrm>
          <a:prstGeom prst="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Platform as Competitors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26974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they do, you can do too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274320" cy="274320"/>
          </a:xfrm>
          <a:prstGeom prst="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Mover on Key Content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3474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competitor publishes regular market data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274320" cy="274320"/>
          </a:xfrm>
          <a:prstGeom prst="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Foundation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42519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design, existing pages, IDX integration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274320" cy="274320"/>
          </a:xfrm>
          <a:prstGeom prst="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5029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Social Proof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50292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volume, transaction count, success rate — just needs visibility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852160"/>
            <a:ext cx="10972800" cy="731520"/>
          </a:xfrm>
          <a:prstGeom prst="rect">
            <a:avLst>
              <a:gd name="adj" fmla="val 6250"/>
            </a:avLst>
          </a:prstGeom>
          <a:solidFill>
            <a:srgbClr val="1A1A2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943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site is not broken — it just needs content. With consistent investment, we can close the gap with competitors in 3-6 months.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0"/>
            <a:ext cx="12192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502920" cy="502920"/>
          </a:xfrm>
          <a:prstGeom prst="rect">
            <a:avLst>
              <a:gd name="adj" fmla="val 9091"/>
            </a:avLst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0116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ready-to-use deliverables (meta tags, schema, pages, blog posts)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423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done this week — just copy-paste into CMS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971800"/>
            <a:ext cx="502920" cy="502920"/>
          </a:xfrm>
          <a:prstGeom prst="rect">
            <a:avLst>
              <a:gd name="adj" fmla="val 9091"/>
            </a:avLst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29260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Week 1-2 quick wins (technical fixes)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337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can complete in 1-2 business days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886200"/>
            <a:ext cx="502920" cy="502920"/>
          </a:xfrm>
          <a:prstGeom prst="rect">
            <a:avLst>
              <a:gd name="adj" fmla="val 9091"/>
            </a:avLst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38404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Month 1 content calendar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4251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blog post per week targeting high-value keywords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800600"/>
            <a:ext cx="502920" cy="502920"/>
          </a:xfrm>
          <a:prstGeom prst="rect">
            <a:avLst>
              <a:gd name="adj" fmla="val 9091"/>
            </a:avLst>
          </a:prstGeom>
          <a:solidFill>
            <a:srgbClr val="E9456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4754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first market/industry report (first mover advantage)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5166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competitor currently publishes regular data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5715000"/>
            <a:ext cx="502920" cy="502920"/>
          </a:xfrm>
          <a:prstGeom prst="rect">
            <a:avLst>
              <a:gd name="adj" fmla="val 9091"/>
            </a:avLst>
          </a:prstGeom>
          <a:solidFill>
            <a:srgbClr val="E9456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715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56692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progress at 30-day mark and adjust strategy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6080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keyword improvements, traffic changes, lead capture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SEO Audit: example.com</dc:subject>
  <dc:creator>SEO Audit Team</dc:creator>
  <cp:lastModifiedBy>SEO Audit Team</cp:lastModifiedBy>
  <cp:revision>1</cp:revision>
  <dcterms:created xsi:type="dcterms:W3CDTF">2026-03-02T07:09:09Z</dcterms:created>
  <dcterms:modified xsi:type="dcterms:W3CDTF">2026-03-02T07:09:09Z</dcterms:modified>
</cp:coreProperties>
</file>